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59" r:id="rId7"/>
    <p:sldId id="263" r:id="rId8"/>
    <p:sldId id="264" r:id="rId9"/>
    <p:sldId id="265" r:id="rId10"/>
    <p:sldId id="266" r:id="rId11"/>
    <p:sldId id="267" r:id="rId12"/>
    <p:sldId id="272"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7A1D9B-3391-4917-BAE2-2B8762441B53}" v="47" dt="2025-11-12T14:00:56.4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it saraf" userId="706e99ca2ebf483c" providerId="LiveId" clId="{F29C1069-E0C8-471F-BA45-FABC4DF9B6E7}"/>
    <pc:docChg chg="undo custSel addSld delSld modSld">
      <pc:chgData name="rohit saraf" userId="706e99ca2ebf483c" providerId="LiveId" clId="{F29C1069-E0C8-471F-BA45-FABC4DF9B6E7}" dt="2025-11-12T14:11:50.462" v="1004" actId="478"/>
      <pc:docMkLst>
        <pc:docMk/>
      </pc:docMkLst>
      <pc:sldChg chg="modSp mod">
        <pc:chgData name="rohit saraf" userId="706e99ca2ebf483c" providerId="LiveId" clId="{F29C1069-E0C8-471F-BA45-FABC4DF9B6E7}" dt="2025-11-12T12:23:32.772" v="707" actId="20577"/>
        <pc:sldMkLst>
          <pc:docMk/>
          <pc:sldMk cId="685429406" sldId="256"/>
        </pc:sldMkLst>
        <pc:spChg chg="mod">
          <ac:chgData name="rohit saraf" userId="706e99ca2ebf483c" providerId="LiveId" clId="{F29C1069-E0C8-471F-BA45-FABC4DF9B6E7}" dt="2025-11-12T12:23:32.772" v="707" actId="20577"/>
          <ac:spMkLst>
            <pc:docMk/>
            <pc:sldMk cId="685429406" sldId="256"/>
            <ac:spMk id="2" creationId="{C64E2541-CD10-E23A-6461-2D161DB49206}"/>
          </ac:spMkLst>
        </pc:spChg>
      </pc:sldChg>
      <pc:sldChg chg="modSp mod">
        <pc:chgData name="rohit saraf" userId="706e99ca2ebf483c" providerId="LiveId" clId="{F29C1069-E0C8-471F-BA45-FABC4DF9B6E7}" dt="2025-11-12T12:24:24.961" v="711" actId="2710"/>
        <pc:sldMkLst>
          <pc:docMk/>
          <pc:sldMk cId="4213005453" sldId="257"/>
        </pc:sldMkLst>
        <pc:spChg chg="mod">
          <ac:chgData name="rohit saraf" userId="706e99ca2ebf483c" providerId="LiveId" clId="{F29C1069-E0C8-471F-BA45-FABC4DF9B6E7}" dt="2025-11-12T12:24:24.961" v="711" actId="2710"/>
          <ac:spMkLst>
            <pc:docMk/>
            <pc:sldMk cId="4213005453" sldId="257"/>
            <ac:spMk id="3" creationId="{5ACB1248-A25E-5E71-57FC-8F870D22FB73}"/>
          </ac:spMkLst>
        </pc:spChg>
      </pc:sldChg>
      <pc:sldChg chg="addSp delSp modSp mod">
        <pc:chgData name="rohit saraf" userId="706e99ca2ebf483c" providerId="LiveId" clId="{F29C1069-E0C8-471F-BA45-FABC4DF9B6E7}" dt="2025-11-12T14:11:50.462" v="1004" actId="478"/>
        <pc:sldMkLst>
          <pc:docMk/>
          <pc:sldMk cId="2994658423" sldId="259"/>
        </pc:sldMkLst>
        <pc:spChg chg="add mod">
          <ac:chgData name="rohit saraf" userId="706e99ca2ebf483c" providerId="LiveId" clId="{F29C1069-E0C8-471F-BA45-FABC4DF9B6E7}" dt="2025-11-12T11:59:32.510" v="133" actId="255"/>
          <ac:spMkLst>
            <pc:docMk/>
            <pc:sldMk cId="2994658423" sldId="259"/>
            <ac:spMk id="2" creationId="{2F3524CA-76A8-ABC7-D416-986649C661C3}"/>
          </ac:spMkLst>
        </pc:spChg>
        <pc:spChg chg="add mod">
          <ac:chgData name="rohit saraf" userId="706e99ca2ebf483c" providerId="LiveId" clId="{F29C1069-E0C8-471F-BA45-FABC4DF9B6E7}" dt="2025-11-12T12:16:15.401" v="524" actId="313"/>
          <ac:spMkLst>
            <pc:docMk/>
            <pc:sldMk cId="2994658423" sldId="259"/>
            <ac:spMk id="7" creationId="{D1A7B005-3D3C-0C39-6129-7AEC6C5C2550}"/>
          </ac:spMkLst>
        </pc:spChg>
        <pc:picChg chg="add del mod">
          <ac:chgData name="rohit saraf" userId="706e99ca2ebf483c" providerId="LiveId" clId="{F29C1069-E0C8-471F-BA45-FABC4DF9B6E7}" dt="2025-11-12T11:59:06.699" v="108" actId="478"/>
          <ac:picMkLst>
            <pc:docMk/>
            <pc:sldMk cId="2994658423" sldId="259"/>
            <ac:picMk id="3" creationId="{25FB48B2-B2DE-C74E-1652-BCCA9EDFD633}"/>
          </ac:picMkLst>
        </pc:picChg>
        <pc:picChg chg="del">
          <ac:chgData name="rohit saraf" userId="706e99ca2ebf483c" providerId="LiveId" clId="{F29C1069-E0C8-471F-BA45-FABC4DF9B6E7}" dt="2025-11-11T11:05:22.958" v="8" actId="478"/>
          <ac:picMkLst>
            <pc:docMk/>
            <pc:sldMk cId="2994658423" sldId="259"/>
            <ac:picMk id="4" creationId="{19FE0EC7-01ED-A7AC-1F05-D3568620632C}"/>
          </ac:picMkLst>
        </pc:picChg>
        <pc:picChg chg="add del mod">
          <ac:chgData name="rohit saraf" userId="706e99ca2ebf483c" providerId="LiveId" clId="{F29C1069-E0C8-471F-BA45-FABC4DF9B6E7}" dt="2025-11-12T14:10:30.073" v="1002" actId="478"/>
          <ac:picMkLst>
            <pc:docMk/>
            <pc:sldMk cId="2994658423" sldId="259"/>
            <ac:picMk id="4" creationId="{3CE7DC4F-168B-44A9-1E48-2386F6016E36}"/>
          </ac:picMkLst>
        </pc:picChg>
        <pc:picChg chg="add del">
          <ac:chgData name="rohit saraf" userId="706e99ca2ebf483c" providerId="LiveId" clId="{F29C1069-E0C8-471F-BA45-FABC4DF9B6E7}" dt="2025-11-12T14:11:50.462" v="1004" actId="478"/>
          <ac:picMkLst>
            <pc:docMk/>
            <pc:sldMk cId="2994658423" sldId="259"/>
            <ac:picMk id="5" creationId="{827E161A-30A2-1C38-713C-6F2259EEFEA8}"/>
          </ac:picMkLst>
        </pc:picChg>
        <pc:picChg chg="add del mod">
          <ac:chgData name="rohit saraf" userId="706e99ca2ebf483c" providerId="LiveId" clId="{F29C1069-E0C8-471F-BA45-FABC4DF9B6E7}" dt="2025-11-12T12:25:51.864" v="730" actId="478"/>
          <ac:picMkLst>
            <pc:docMk/>
            <pc:sldMk cId="2994658423" sldId="259"/>
            <ac:picMk id="5" creationId="{86FE8229-9C63-38FD-67EB-C892FF7482D1}"/>
          </ac:picMkLst>
        </pc:picChg>
        <pc:picChg chg="add del mod">
          <ac:chgData name="rohit saraf" userId="706e99ca2ebf483c" providerId="LiveId" clId="{F29C1069-E0C8-471F-BA45-FABC4DF9B6E7}" dt="2025-11-12T11:59:08.062" v="109" actId="478"/>
          <ac:picMkLst>
            <pc:docMk/>
            <pc:sldMk cId="2994658423" sldId="259"/>
            <ac:picMk id="6" creationId="{B8122A0C-BFC0-E84E-5287-F793A14AB580}"/>
          </ac:picMkLst>
        </pc:picChg>
        <pc:picChg chg="del">
          <ac:chgData name="rohit saraf" userId="706e99ca2ebf483c" providerId="LiveId" clId="{F29C1069-E0C8-471F-BA45-FABC4DF9B6E7}" dt="2025-11-11T11:06:06.869" v="19" actId="478"/>
          <ac:picMkLst>
            <pc:docMk/>
            <pc:sldMk cId="2994658423" sldId="259"/>
            <ac:picMk id="8" creationId="{3DC000AD-7714-A2D0-F17E-60312A68C9AA}"/>
          </ac:picMkLst>
        </pc:picChg>
        <pc:picChg chg="del">
          <ac:chgData name="rohit saraf" userId="706e99ca2ebf483c" providerId="LiveId" clId="{F29C1069-E0C8-471F-BA45-FABC4DF9B6E7}" dt="2025-11-11T11:06:26.502" v="23" actId="478"/>
          <ac:picMkLst>
            <pc:docMk/>
            <pc:sldMk cId="2994658423" sldId="259"/>
            <ac:picMk id="9" creationId="{C8B66107-0FBE-36F9-6056-301D5360D6E7}"/>
          </ac:picMkLst>
        </pc:picChg>
        <pc:picChg chg="add del mod">
          <ac:chgData name="rohit saraf" userId="706e99ca2ebf483c" providerId="LiveId" clId="{F29C1069-E0C8-471F-BA45-FABC4DF9B6E7}" dt="2025-11-12T11:59:09.188" v="110" actId="478"/>
          <ac:picMkLst>
            <pc:docMk/>
            <pc:sldMk cId="2994658423" sldId="259"/>
            <ac:picMk id="10" creationId="{AC095D2E-BB43-4B2F-D6D1-092E523AC34D}"/>
          </ac:picMkLst>
        </pc:picChg>
        <pc:picChg chg="del">
          <ac:chgData name="rohit saraf" userId="706e99ca2ebf483c" providerId="LiveId" clId="{F29C1069-E0C8-471F-BA45-FABC4DF9B6E7}" dt="2025-11-11T11:05:41.863" v="13" actId="478"/>
          <ac:picMkLst>
            <pc:docMk/>
            <pc:sldMk cId="2994658423" sldId="259"/>
            <ac:picMk id="11" creationId="{ACE9B943-CF3E-EAB2-B303-20BC7C7CD3BB}"/>
          </ac:picMkLst>
        </pc:picChg>
      </pc:sldChg>
      <pc:sldChg chg="addSp modSp new mod">
        <pc:chgData name="rohit saraf" userId="706e99ca2ebf483c" providerId="LiveId" clId="{F29C1069-E0C8-471F-BA45-FABC4DF9B6E7}" dt="2025-11-12T14:00:09.532" v="990" actId="2710"/>
        <pc:sldMkLst>
          <pc:docMk/>
          <pc:sldMk cId="70897206" sldId="260"/>
        </pc:sldMkLst>
        <pc:spChg chg="mod">
          <ac:chgData name="rohit saraf" userId="706e99ca2ebf483c" providerId="LiveId" clId="{F29C1069-E0C8-471F-BA45-FABC4DF9B6E7}" dt="2025-11-12T11:56:39.536" v="68" actId="113"/>
          <ac:spMkLst>
            <pc:docMk/>
            <pc:sldMk cId="70897206" sldId="260"/>
            <ac:spMk id="2" creationId="{F9131990-BE1A-7B50-6FBE-1C743CAB4240}"/>
          </ac:spMkLst>
        </pc:spChg>
        <pc:spChg chg="add mod">
          <ac:chgData name="rohit saraf" userId="706e99ca2ebf483c" providerId="LiveId" clId="{F29C1069-E0C8-471F-BA45-FABC4DF9B6E7}" dt="2025-11-12T14:00:09.532" v="990" actId="2710"/>
          <ac:spMkLst>
            <pc:docMk/>
            <pc:sldMk cId="70897206" sldId="260"/>
            <ac:spMk id="3" creationId="{A4ADA673-E437-0773-6C83-BEE0DE0D67F8}"/>
          </ac:spMkLst>
        </pc:spChg>
      </pc:sldChg>
      <pc:sldChg chg="addSp modSp new mod">
        <pc:chgData name="rohit saraf" userId="706e99ca2ebf483c" providerId="LiveId" clId="{F29C1069-E0C8-471F-BA45-FABC4DF9B6E7}" dt="2025-11-12T14:00:42.513" v="995" actId="12"/>
        <pc:sldMkLst>
          <pc:docMk/>
          <pc:sldMk cId="1586529032" sldId="261"/>
        </pc:sldMkLst>
        <pc:spChg chg="mod">
          <ac:chgData name="rohit saraf" userId="706e99ca2ebf483c" providerId="LiveId" clId="{F29C1069-E0C8-471F-BA45-FABC4DF9B6E7}" dt="2025-11-12T11:57:38.440" v="84" actId="1076"/>
          <ac:spMkLst>
            <pc:docMk/>
            <pc:sldMk cId="1586529032" sldId="261"/>
            <ac:spMk id="2" creationId="{F6904DC1-0BC2-3CEC-0FB7-46A7944ED72A}"/>
          </ac:spMkLst>
        </pc:spChg>
        <pc:spChg chg="add mod">
          <ac:chgData name="rohit saraf" userId="706e99ca2ebf483c" providerId="LiveId" clId="{F29C1069-E0C8-471F-BA45-FABC4DF9B6E7}" dt="2025-11-12T14:00:42.513" v="995" actId="12"/>
          <ac:spMkLst>
            <pc:docMk/>
            <pc:sldMk cId="1586529032" sldId="261"/>
            <ac:spMk id="3" creationId="{8C082CDE-1323-D139-A542-B1FF77CFE8E9}"/>
          </ac:spMkLst>
        </pc:spChg>
      </pc:sldChg>
      <pc:sldChg chg="addSp modSp new mod">
        <pc:chgData name="rohit saraf" userId="706e99ca2ebf483c" providerId="LiveId" clId="{F29C1069-E0C8-471F-BA45-FABC4DF9B6E7}" dt="2025-11-12T14:01:10.440" v="1001" actId="123"/>
        <pc:sldMkLst>
          <pc:docMk/>
          <pc:sldMk cId="372016164" sldId="262"/>
        </pc:sldMkLst>
        <pc:spChg chg="mod">
          <ac:chgData name="rohit saraf" userId="706e99ca2ebf483c" providerId="LiveId" clId="{F29C1069-E0C8-471F-BA45-FABC4DF9B6E7}" dt="2025-11-12T11:58:35.153" v="99" actId="14100"/>
          <ac:spMkLst>
            <pc:docMk/>
            <pc:sldMk cId="372016164" sldId="262"/>
            <ac:spMk id="2" creationId="{F310845F-BC95-B80C-4B47-8CF49599CA57}"/>
          </ac:spMkLst>
        </pc:spChg>
        <pc:spChg chg="add mod">
          <ac:chgData name="rohit saraf" userId="706e99ca2ebf483c" providerId="LiveId" clId="{F29C1069-E0C8-471F-BA45-FABC4DF9B6E7}" dt="2025-11-12T14:01:10.440" v="1001" actId="123"/>
          <ac:spMkLst>
            <pc:docMk/>
            <pc:sldMk cId="372016164" sldId="262"/>
            <ac:spMk id="3" creationId="{B9853044-1BBE-BB69-0A3B-C80C47BA1F6E}"/>
          </ac:spMkLst>
        </pc:spChg>
      </pc:sldChg>
      <pc:sldChg chg="addSp modSp new mod">
        <pc:chgData name="rohit saraf" userId="706e99ca2ebf483c" providerId="LiveId" clId="{F29C1069-E0C8-471F-BA45-FABC4DF9B6E7}" dt="2025-11-12T12:27:30.503" v="742" actId="5793"/>
        <pc:sldMkLst>
          <pc:docMk/>
          <pc:sldMk cId="2618257474" sldId="263"/>
        </pc:sldMkLst>
        <pc:spChg chg="add mod">
          <ac:chgData name="rohit saraf" userId="706e99ca2ebf483c" providerId="LiveId" clId="{F29C1069-E0C8-471F-BA45-FABC4DF9B6E7}" dt="2025-11-12T12:27:30.503" v="742" actId="5793"/>
          <ac:spMkLst>
            <pc:docMk/>
            <pc:sldMk cId="2618257474" sldId="263"/>
            <ac:spMk id="2" creationId="{FC6E049D-DDF8-5522-43E9-6EE69F19500F}"/>
          </ac:spMkLst>
        </pc:spChg>
      </pc:sldChg>
      <pc:sldChg chg="addSp delSp modSp new mod">
        <pc:chgData name="rohit saraf" userId="706e99ca2ebf483c" providerId="LiveId" clId="{F29C1069-E0C8-471F-BA45-FABC4DF9B6E7}" dt="2025-11-12T12:28:32.111" v="834" actId="20577"/>
        <pc:sldMkLst>
          <pc:docMk/>
          <pc:sldMk cId="2972699424" sldId="264"/>
        </pc:sldMkLst>
        <pc:spChg chg="del">
          <ac:chgData name="rohit saraf" userId="706e99ca2ebf483c" providerId="LiveId" clId="{F29C1069-E0C8-471F-BA45-FABC4DF9B6E7}" dt="2025-11-12T12:08:27.595" v="384" actId="478"/>
          <ac:spMkLst>
            <pc:docMk/>
            <pc:sldMk cId="2972699424" sldId="264"/>
            <ac:spMk id="2" creationId="{616E2A61-DD3D-1CBC-80BF-C6583643D651}"/>
          </ac:spMkLst>
        </pc:spChg>
        <pc:spChg chg="add mod">
          <ac:chgData name="rohit saraf" userId="706e99ca2ebf483c" providerId="LiveId" clId="{F29C1069-E0C8-471F-BA45-FABC4DF9B6E7}" dt="2025-11-12T12:28:32.111" v="834" actId="20577"/>
          <ac:spMkLst>
            <pc:docMk/>
            <pc:sldMk cId="2972699424" sldId="264"/>
            <ac:spMk id="5" creationId="{A92BEB89-8CBC-EB2C-FB78-01B5A9B6DD5A}"/>
          </ac:spMkLst>
        </pc:spChg>
        <pc:picChg chg="add mod">
          <ac:chgData name="rohit saraf" userId="706e99ca2ebf483c" providerId="LiveId" clId="{F29C1069-E0C8-471F-BA45-FABC4DF9B6E7}" dt="2025-11-12T12:28:03.581" v="745" actId="1076"/>
          <ac:picMkLst>
            <pc:docMk/>
            <pc:sldMk cId="2972699424" sldId="264"/>
            <ac:picMk id="3" creationId="{0E60D366-9F3E-D49B-286D-80D79B6C2DB0}"/>
          </ac:picMkLst>
        </pc:picChg>
        <pc:picChg chg="add del mod">
          <ac:chgData name="rohit saraf" userId="706e99ca2ebf483c" providerId="LiveId" clId="{F29C1069-E0C8-471F-BA45-FABC4DF9B6E7}" dt="2025-11-12T12:28:01.193" v="743" actId="478"/>
          <ac:picMkLst>
            <pc:docMk/>
            <pc:sldMk cId="2972699424" sldId="264"/>
            <ac:picMk id="4" creationId="{6346E35A-0F60-AD85-7A69-964E33D62A67}"/>
          </ac:picMkLst>
        </pc:picChg>
      </pc:sldChg>
      <pc:sldChg chg="addSp modSp new mod">
        <pc:chgData name="rohit saraf" userId="706e99ca2ebf483c" providerId="LiveId" clId="{F29C1069-E0C8-471F-BA45-FABC4DF9B6E7}" dt="2025-11-12T12:29:56.992" v="843" actId="5793"/>
        <pc:sldMkLst>
          <pc:docMk/>
          <pc:sldMk cId="3329545379" sldId="265"/>
        </pc:sldMkLst>
        <pc:spChg chg="add mod">
          <ac:chgData name="rohit saraf" userId="706e99ca2ebf483c" providerId="LiveId" clId="{F29C1069-E0C8-471F-BA45-FABC4DF9B6E7}" dt="2025-11-12T12:29:56.992" v="843" actId="5793"/>
          <ac:spMkLst>
            <pc:docMk/>
            <pc:sldMk cId="3329545379" sldId="265"/>
            <ac:spMk id="2" creationId="{A590E84B-3F8D-0243-154C-9DBEA5AFB696}"/>
          </ac:spMkLst>
        </pc:spChg>
      </pc:sldChg>
      <pc:sldChg chg="addSp delSp modSp new mod">
        <pc:chgData name="rohit saraf" userId="706e99ca2ebf483c" providerId="LiveId" clId="{F29C1069-E0C8-471F-BA45-FABC4DF9B6E7}" dt="2025-11-12T12:30:44.774" v="884" actId="20577"/>
        <pc:sldMkLst>
          <pc:docMk/>
          <pc:sldMk cId="1244982975" sldId="266"/>
        </pc:sldMkLst>
        <pc:spChg chg="add mod">
          <ac:chgData name="rohit saraf" userId="706e99ca2ebf483c" providerId="LiveId" clId="{F29C1069-E0C8-471F-BA45-FABC4DF9B6E7}" dt="2025-11-12T12:30:44.774" v="884" actId="20577"/>
          <ac:spMkLst>
            <pc:docMk/>
            <pc:sldMk cId="1244982975" sldId="266"/>
            <ac:spMk id="4" creationId="{A73CF291-9F3F-4FC1-A7E9-E90BE94BF6B6}"/>
          </ac:spMkLst>
        </pc:spChg>
        <pc:picChg chg="add del mod">
          <ac:chgData name="rohit saraf" userId="706e99ca2ebf483c" providerId="LiveId" clId="{F29C1069-E0C8-471F-BA45-FABC4DF9B6E7}" dt="2025-11-12T12:30:02.578" v="844" actId="478"/>
          <ac:picMkLst>
            <pc:docMk/>
            <pc:sldMk cId="1244982975" sldId="266"/>
            <ac:picMk id="3" creationId="{30DD15EE-DED3-0903-D959-A04CF0E705BF}"/>
          </ac:picMkLst>
        </pc:picChg>
        <pc:picChg chg="add mod">
          <ac:chgData name="rohit saraf" userId="706e99ca2ebf483c" providerId="LiveId" clId="{F29C1069-E0C8-471F-BA45-FABC4DF9B6E7}" dt="2025-11-12T12:30:30.197" v="846" actId="1076"/>
          <ac:picMkLst>
            <pc:docMk/>
            <pc:sldMk cId="1244982975" sldId="266"/>
            <ac:picMk id="5" creationId="{D7627287-F1B0-E4B1-072E-CD3D410026DF}"/>
          </ac:picMkLst>
        </pc:picChg>
      </pc:sldChg>
      <pc:sldChg chg="addSp modSp new mod">
        <pc:chgData name="rohit saraf" userId="706e99ca2ebf483c" providerId="LiveId" clId="{F29C1069-E0C8-471F-BA45-FABC4DF9B6E7}" dt="2025-11-12T12:31:15.620" v="893" actId="2710"/>
        <pc:sldMkLst>
          <pc:docMk/>
          <pc:sldMk cId="1447119626" sldId="267"/>
        </pc:sldMkLst>
        <pc:spChg chg="add mod">
          <ac:chgData name="rohit saraf" userId="706e99ca2ebf483c" providerId="LiveId" clId="{F29C1069-E0C8-471F-BA45-FABC4DF9B6E7}" dt="2025-11-12T12:31:15.620" v="893" actId="2710"/>
          <ac:spMkLst>
            <pc:docMk/>
            <pc:sldMk cId="1447119626" sldId="267"/>
            <ac:spMk id="2" creationId="{E07766B2-E1D9-3787-2D55-045729D7EABC}"/>
          </ac:spMkLst>
        </pc:spChg>
      </pc:sldChg>
      <pc:sldChg chg="addSp delSp modSp new del mod">
        <pc:chgData name="rohit saraf" userId="706e99ca2ebf483c" providerId="LiveId" clId="{F29C1069-E0C8-471F-BA45-FABC4DF9B6E7}" dt="2025-11-12T13:23:39.423" v="979" actId="47"/>
        <pc:sldMkLst>
          <pc:docMk/>
          <pc:sldMk cId="867326446" sldId="268"/>
        </pc:sldMkLst>
        <pc:spChg chg="add mod">
          <ac:chgData name="rohit saraf" userId="706e99ca2ebf483c" providerId="LiveId" clId="{F29C1069-E0C8-471F-BA45-FABC4DF9B6E7}" dt="2025-11-12T12:32:37.901" v="929" actId="20577"/>
          <ac:spMkLst>
            <pc:docMk/>
            <pc:sldMk cId="867326446" sldId="268"/>
            <ac:spMk id="4" creationId="{0B08ACB5-54F7-F795-DAA6-14EDBD4530F8}"/>
          </ac:spMkLst>
        </pc:spChg>
        <pc:spChg chg="add del">
          <ac:chgData name="rohit saraf" userId="706e99ca2ebf483c" providerId="LiveId" clId="{F29C1069-E0C8-471F-BA45-FABC4DF9B6E7}" dt="2025-11-12T12:32:09.065" v="896" actId="478"/>
          <ac:spMkLst>
            <pc:docMk/>
            <pc:sldMk cId="867326446" sldId="268"/>
            <ac:spMk id="5" creationId="{213F9176-D920-B04B-E8B5-4F865A973B17}"/>
          </ac:spMkLst>
        </pc:spChg>
        <pc:picChg chg="add del mod">
          <ac:chgData name="rohit saraf" userId="706e99ca2ebf483c" providerId="LiveId" clId="{F29C1069-E0C8-471F-BA45-FABC4DF9B6E7}" dt="2025-11-12T12:31:19.396" v="894" actId="478"/>
          <ac:picMkLst>
            <pc:docMk/>
            <pc:sldMk cId="867326446" sldId="268"/>
            <ac:picMk id="3" creationId="{7E5EEF82-25C8-A69D-C538-5F087126021C}"/>
          </ac:picMkLst>
        </pc:picChg>
        <pc:picChg chg="add mod">
          <ac:chgData name="rohit saraf" userId="706e99ca2ebf483c" providerId="LiveId" clId="{F29C1069-E0C8-471F-BA45-FABC4DF9B6E7}" dt="2025-11-12T12:32:22.710" v="898" actId="1076"/>
          <ac:picMkLst>
            <pc:docMk/>
            <pc:sldMk cId="867326446" sldId="268"/>
            <ac:picMk id="7" creationId="{C9491F5A-40DD-B967-3E7E-2009D09FEA88}"/>
          </ac:picMkLst>
        </pc:picChg>
      </pc:sldChg>
      <pc:sldChg chg="addSp modSp new mod">
        <pc:chgData name="rohit saraf" userId="706e99ca2ebf483c" providerId="LiveId" clId="{F29C1069-E0C8-471F-BA45-FABC4DF9B6E7}" dt="2025-11-12T12:34:25.638" v="974" actId="5793"/>
        <pc:sldMkLst>
          <pc:docMk/>
          <pc:sldMk cId="3718022213" sldId="269"/>
        </pc:sldMkLst>
        <pc:spChg chg="add mod">
          <ac:chgData name="rohit saraf" userId="706e99ca2ebf483c" providerId="LiveId" clId="{F29C1069-E0C8-471F-BA45-FABC4DF9B6E7}" dt="2025-11-12T12:34:25.638" v="974" actId="5793"/>
          <ac:spMkLst>
            <pc:docMk/>
            <pc:sldMk cId="3718022213" sldId="269"/>
            <ac:spMk id="2" creationId="{EF60AA2A-8101-4100-6725-C36999A519F0}"/>
          </ac:spMkLst>
        </pc:spChg>
      </pc:sldChg>
      <pc:sldChg chg="addSp modSp new mod">
        <pc:chgData name="rohit saraf" userId="706e99ca2ebf483c" providerId="LiveId" clId="{F29C1069-E0C8-471F-BA45-FABC4DF9B6E7}" dt="2025-11-12T12:35:29.945" v="978" actId="2710"/>
        <pc:sldMkLst>
          <pc:docMk/>
          <pc:sldMk cId="889354327" sldId="270"/>
        </pc:sldMkLst>
        <pc:spChg chg="mod">
          <ac:chgData name="rohit saraf" userId="706e99ca2ebf483c" providerId="LiveId" clId="{F29C1069-E0C8-471F-BA45-FABC4DF9B6E7}" dt="2025-11-12T12:13:57.649" v="450" actId="1076"/>
          <ac:spMkLst>
            <pc:docMk/>
            <pc:sldMk cId="889354327" sldId="270"/>
            <ac:spMk id="2" creationId="{3CB9AF22-A588-FCAB-F366-2BEDD6F962B0}"/>
          </ac:spMkLst>
        </pc:spChg>
        <pc:spChg chg="add mod">
          <ac:chgData name="rohit saraf" userId="706e99ca2ebf483c" providerId="LiveId" clId="{F29C1069-E0C8-471F-BA45-FABC4DF9B6E7}" dt="2025-11-12T12:35:29.945" v="978" actId="2710"/>
          <ac:spMkLst>
            <pc:docMk/>
            <pc:sldMk cId="889354327" sldId="270"/>
            <ac:spMk id="3" creationId="{F1F36AD3-4B8C-E650-7C15-78630B856D01}"/>
          </ac:spMkLst>
        </pc:spChg>
      </pc:sldChg>
      <pc:sldChg chg="modSp new mod">
        <pc:chgData name="rohit saraf" userId="706e99ca2ebf483c" providerId="LiveId" clId="{F29C1069-E0C8-471F-BA45-FABC4DF9B6E7}" dt="2025-11-12T12:18:24.966" v="700" actId="1076"/>
        <pc:sldMkLst>
          <pc:docMk/>
          <pc:sldMk cId="1099782104" sldId="271"/>
        </pc:sldMkLst>
        <pc:spChg chg="mod">
          <ac:chgData name="rohit saraf" userId="706e99ca2ebf483c" providerId="LiveId" clId="{F29C1069-E0C8-471F-BA45-FABC4DF9B6E7}" dt="2025-11-12T12:18:24.966" v="700" actId="1076"/>
          <ac:spMkLst>
            <pc:docMk/>
            <pc:sldMk cId="1099782104" sldId="271"/>
            <ac:spMk id="2" creationId="{5539F879-2F4F-7862-458B-FB7413B28A15}"/>
          </ac:spMkLst>
        </pc:spChg>
      </pc:sldChg>
      <pc:sldChg chg="addSp modSp new mod">
        <pc:chgData name="rohit saraf" userId="706e99ca2ebf483c" providerId="LiveId" clId="{F29C1069-E0C8-471F-BA45-FABC4DF9B6E7}" dt="2025-11-12T13:23:42.617" v="981" actId="20577"/>
        <pc:sldMkLst>
          <pc:docMk/>
          <pc:sldMk cId="3144266795" sldId="272"/>
        </pc:sldMkLst>
        <pc:spChg chg="add mod">
          <ac:chgData name="rohit saraf" userId="706e99ca2ebf483c" providerId="LiveId" clId="{F29C1069-E0C8-471F-BA45-FABC4DF9B6E7}" dt="2025-11-12T13:23:42.617" v="981" actId="20577"/>
          <ac:spMkLst>
            <pc:docMk/>
            <pc:sldMk cId="3144266795" sldId="272"/>
            <ac:spMk id="4" creationId="{A00D4987-CEE5-F860-07CF-642C8A9C127E}"/>
          </ac:spMkLst>
        </pc:spChg>
        <pc:picChg chg="add mod">
          <ac:chgData name="rohit saraf" userId="706e99ca2ebf483c" providerId="LiveId" clId="{F29C1069-E0C8-471F-BA45-FABC4DF9B6E7}" dt="2025-11-12T12:33:42.670" v="944" actId="1076"/>
          <ac:picMkLst>
            <pc:docMk/>
            <pc:sldMk cId="3144266795" sldId="272"/>
            <ac:picMk id="3" creationId="{1D1507A1-0C7D-7B68-774E-513850615CB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2F5EE-D364-170F-9874-BAB0AFD28C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12F8FB-64B8-9FC3-7673-BE7DE9F97E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00A75D-B2D9-3D4B-E06A-FAE69608AF40}"/>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FF7ECA3F-FC04-97E6-B423-75378A6F5B9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CC76EB6-4D99-C630-B50E-BE826730A491}"/>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44963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21A75-2B03-2025-9984-75EBB1F3B8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3005D4-4AF9-2803-405E-E74BEA587B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366EDF-B07B-DBE3-E705-4A9BCCC23BC2}"/>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5B425FE9-306F-D100-9B0F-631CB0849EB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D85D6CA-9CEB-8D39-357C-E8529A6938FF}"/>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3047847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7E95A-25CD-0928-CCEC-33887D7F2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E25C2C-A805-4FD1-B49A-99F1C889F5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1577E8-47C0-ED4D-D9AF-CECB21829844}"/>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3BD5264F-9FF3-D2A4-515B-51444B6D636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66BDC7C-9EEC-BB28-12A2-1AF5A725CE25}"/>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394660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85815-92E8-786A-6CF1-77A2090881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FAC214-102E-CFF4-3186-E68A24DD72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5D7C9E-457F-2947-9BE6-9EC433A5FA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48BD05-1439-8167-9F8D-15A1BDD6F3A3}"/>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6" name="Footer Placeholder 5">
            <a:extLst>
              <a:ext uri="{FF2B5EF4-FFF2-40B4-BE49-F238E27FC236}">
                <a16:creationId xmlns:a16="http://schemas.microsoft.com/office/drawing/2014/main" id="{303A025B-A857-0CC7-CF06-45048379F78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E20E630-8543-3B19-B386-C8E54166C086}"/>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2455341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CB89D-2D08-EAA6-0B0C-6BAC3DC22B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8422AC-C957-92B3-ABF5-3CCFAB7C40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D7D8D3-B8C6-397D-332E-C6EAE556F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38B76D-EDF5-DEAD-A4BC-7BCD902EC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E939C-696C-AD7E-3718-7A6C16E81F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B9EBEA-141A-3667-D52A-BD75B3E9CF46}"/>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8" name="Footer Placeholder 7">
            <a:extLst>
              <a:ext uri="{FF2B5EF4-FFF2-40B4-BE49-F238E27FC236}">
                <a16:creationId xmlns:a16="http://schemas.microsoft.com/office/drawing/2014/main" id="{02A04F7C-536E-8714-16BB-1A2B1686ED2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FB099623-312C-263C-3983-C543DE92DED8}"/>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3107774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7A86B-06E9-D34C-3143-DDB24A483F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7334D5-485E-0694-C134-8D183005AFE0}"/>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4" name="Footer Placeholder 3">
            <a:extLst>
              <a:ext uri="{FF2B5EF4-FFF2-40B4-BE49-F238E27FC236}">
                <a16:creationId xmlns:a16="http://schemas.microsoft.com/office/drawing/2014/main" id="{3DFE8F31-6492-0A70-F8BB-BE44ACE96100}"/>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15EE56AD-9AF5-619B-1557-F82CE99C7F4B}"/>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1410084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19FDAD-02F8-D407-E0CE-E5A1CF367296}"/>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3" name="Footer Placeholder 2">
            <a:extLst>
              <a:ext uri="{FF2B5EF4-FFF2-40B4-BE49-F238E27FC236}">
                <a16:creationId xmlns:a16="http://schemas.microsoft.com/office/drawing/2014/main" id="{3A7ED682-07B1-0546-A352-9DD71D5FB639}"/>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02979CD5-D7ED-14BA-60ED-38FD34E1E149}"/>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1502083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BA82-E949-A4E5-6216-FB6FBFB19D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26AD0D-23FC-BD6F-9CC3-2A61A96B93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D3E152-1B78-5601-CCFF-E202FDA52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ED1E6-21D1-C1B5-6EAE-87CE5E895D2B}"/>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6" name="Footer Placeholder 5">
            <a:extLst>
              <a:ext uri="{FF2B5EF4-FFF2-40B4-BE49-F238E27FC236}">
                <a16:creationId xmlns:a16="http://schemas.microsoft.com/office/drawing/2014/main" id="{A82B5253-CBD8-3BE0-65E4-832A35F23B1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F4F80F2-7624-0116-82FF-0C56D68CA8C8}"/>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1502832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B5D3-6224-2FC1-4850-D70455255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8781D9-545A-E2AF-9A98-173A21F00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3A912510-14E1-8FCB-E6E8-787FDD79B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B56E4-AAC3-2399-B428-8ADA4F494599}"/>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6" name="Footer Placeholder 5">
            <a:extLst>
              <a:ext uri="{FF2B5EF4-FFF2-40B4-BE49-F238E27FC236}">
                <a16:creationId xmlns:a16="http://schemas.microsoft.com/office/drawing/2014/main" id="{EC99B7CF-9B8E-4995-BEA0-F04036D0DA8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7C2F0F3-100D-A2B6-8953-44093A0EAC85}"/>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1640285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0B991-5D4F-191A-ED00-9F852ED3EE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D0DF7E-00B0-E123-0C4F-7D5B2F21E7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16C8CF-FEA6-1984-825F-86A89644EEB6}"/>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F6512678-AADF-FB26-A4D1-4B568C8FDEB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3912AA1-8FDB-5C91-28B7-4993B987A003}"/>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1651592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392DE-E2A0-B73A-46ED-798168945C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AC968E-CFDA-EA2B-B7E9-8977C3DD5A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09D45-B1A9-718D-87CC-DA2A6747030F}"/>
              </a:ext>
            </a:extLst>
          </p:cNvPr>
          <p:cNvSpPr>
            <a:spLocks noGrp="1"/>
          </p:cNvSpPr>
          <p:nvPr>
            <p:ph type="dt" sz="half" idx="10"/>
          </p:nvPr>
        </p:nvSpPr>
        <p:spPr/>
        <p:txBody>
          <a:body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FCB9A0EA-071C-8B68-3ACD-45D2215B0C3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7BCE9F5-FE67-1A62-FBD8-D497F7B3BAA3}"/>
              </a:ext>
            </a:extLst>
          </p:cNvPr>
          <p:cNvSpPr>
            <a:spLocks noGrp="1"/>
          </p:cNvSpPr>
          <p:nvPr>
            <p:ph type="sldNum" sz="quarter" idx="12"/>
          </p:nvPr>
        </p:nvSpPr>
        <p:spPr/>
        <p:txBody>
          <a:bodyPr/>
          <a:lstStyle/>
          <a:p>
            <a:fld id="{1438C964-F079-4B82-A4A8-FFC0682A55CC}" type="slidenum">
              <a:rPr lang="en-IN" smtClean="0"/>
              <a:t>‹#›</a:t>
            </a:fld>
            <a:endParaRPr lang="en-IN" dirty="0"/>
          </a:p>
        </p:txBody>
      </p:sp>
    </p:spTree>
    <p:extLst>
      <p:ext uri="{BB962C8B-B14F-4D97-AF65-F5344CB8AC3E}">
        <p14:creationId xmlns:p14="http://schemas.microsoft.com/office/powerpoint/2010/main" val="363632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42F37A-E742-3C2A-8FE6-6D07F270C5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24ED58-0B67-4EB7-ADCB-7E2008D62B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066E4E-657F-B934-DAA4-81F677B8A0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94CD5-7D6C-46D7-8814-C723EEBD8DE7}" type="datetimeFigureOut">
              <a:rPr lang="en-IN" smtClean="0"/>
              <a:t>12-11-2025</a:t>
            </a:fld>
            <a:endParaRPr lang="en-IN" dirty="0"/>
          </a:p>
        </p:txBody>
      </p:sp>
      <p:sp>
        <p:nvSpPr>
          <p:cNvPr id="5" name="Footer Placeholder 4">
            <a:extLst>
              <a:ext uri="{FF2B5EF4-FFF2-40B4-BE49-F238E27FC236}">
                <a16:creationId xmlns:a16="http://schemas.microsoft.com/office/drawing/2014/main" id="{80BC2700-3361-9974-59B1-4AFF782DA4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EFD01367-26F4-A231-651D-50E0D83477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38C964-F079-4B82-A4A8-FFC0682A55CC}" type="slidenum">
              <a:rPr lang="en-IN" smtClean="0"/>
              <a:t>‹#›</a:t>
            </a:fld>
            <a:endParaRPr lang="en-IN" dirty="0"/>
          </a:p>
        </p:txBody>
      </p:sp>
    </p:spTree>
    <p:extLst>
      <p:ext uri="{BB962C8B-B14F-4D97-AF65-F5344CB8AC3E}">
        <p14:creationId xmlns:p14="http://schemas.microsoft.com/office/powerpoint/2010/main" val="2994820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2541-CD10-E23A-6461-2D161DB49206}"/>
              </a:ext>
            </a:extLst>
          </p:cNvPr>
          <p:cNvSpPr>
            <a:spLocks noGrp="1"/>
          </p:cNvSpPr>
          <p:nvPr>
            <p:ph type="ctrTitle"/>
          </p:nvPr>
        </p:nvSpPr>
        <p:spPr>
          <a:xfrm>
            <a:off x="-644979" y="1224145"/>
            <a:ext cx="13139057" cy="2387600"/>
          </a:xfrm>
        </p:spPr>
        <p:txBody>
          <a:bodyPr>
            <a:normAutofit/>
          </a:bodyPr>
          <a:lstStyle/>
          <a:p>
            <a:r>
              <a:rPr lang="en-IN" sz="3200" b="1" dirty="0">
                <a:latin typeface="Times New Roman" panose="02020603050405020304" pitchFamily="18" charset="0"/>
                <a:cs typeface="Times New Roman" panose="02020603050405020304" pitchFamily="18" charset="0"/>
              </a:rPr>
              <a:t>Product Pricing &amp; Profitability</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Presented By</a:t>
            </a:r>
            <a:br>
              <a:rPr lang="en-IN" sz="3200" b="1" dirty="0">
                <a:latin typeface="Times New Roman" panose="02020603050405020304" pitchFamily="18" charset="0"/>
                <a:cs typeface="Times New Roman" panose="02020603050405020304" pitchFamily="18" charset="0"/>
              </a:rPr>
            </a:br>
            <a:r>
              <a:rPr lang="en-IN" sz="3200" b="1" dirty="0" err="1">
                <a:latin typeface="Times New Roman" panose="02020603050405020304" pitchFamily="18" charset="0"/>
                <a:cs typeface="Times New Roman" panose="02020603050405020304" pitchFamily="18" charset="0"/>
              </a:rPr>
              <a:t>Rohitashv</a:t>
            </a:r>
            <a:r>
              <a:rPr lang="en-IN" sz="3200" b="1" dirty="0">
                <a:latin typeface="Times New Roman" panose="02020603050405020304" pitchFamily="18" charset="0"/>
                <a:cs typeface="Times New Roman" panose="02020603050405020304" pitchFamily="18" charset="0"/>
              </a:rPr>
              <a:t> Saraf</a:t>
            </a:r>
            <a:endParaRPr lang="en-IN" sz="3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429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ECE6-DF59-1D75-90C5-BE69C93BD1BC}"/>
              </a:ext>
            </a:extLst>
          </p:cNvPr>
          <p:cNvSpPr>
            <a:spLocks noGrp="1"/>
          </p:cNvSpPr>
          <p:nvPr>
            <p:ph type="title"/>
          </p:nvPr>
        </p:nvSpPr>
        <p:spPr>
          <a:xfrm>
            <a:off x="838200" y="365126"/>
            <a:ext cx="10515600" cy="581932"/>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5ACB1248-A25E-5E71-57FC-8F870D22FB73}"/>
              </a:ext>
            </a:extLst>
          </p:cNvPr>
          <p:cNvSpPr txBox="1"/>
          <p:nvPr/>
        </p:nvSpPr>
        <p:spPr>
          <a:xfrm>
            <a:off x="141513" y="947058"/>
            <a:ext cx="11538857"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In e-commerce, pricing is the #1 profit lever—a 1% price increase can boost margins by 11% (McKinsey). This analysis dives into your product catalog to reveal true profitability after stripping out hidden costs (COGS, shipping, returns, payment fees, discounts). We’ll map each SKU’s gross margin, contribution per order, and price elasticity, then flag cash cows, loss leaders, and zombie products draining profits. Goal: arm you with data to raise prices on 20% of SKUs, kill 10% losers, and turn the middle 70% into profit machines—often adding 15-30% to bottom-line in 90 days. Let’s find the money hiding in your price tags.</a:t>
            </a:r>
          </a:p>
          <a:p>
            <a:pPr algn="just" defTabSz="976313">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005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1990-BE1A-7B50-6FBE-1C743CAB4240}"/>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Business Scenario</a:t>
            </a:r>
            <a:br>
              <a:rPr lang="en-IN" b="1" dirty="0"/>
            </a:br>
            <a:endParaRPr lang="en-IN" dirty="0"/>
          </a:p>
        </p:txBody>
      </p:sp>
      <p:sp>
        <p:nvSpPr>
          <p:cNvPr id="3" name="TextBox 2">
            <a:extLst>
              <a:ext uri="{FF2B5EF4-FFF2-40B4-BE49-F238E27FC236}">
                <a16:creationId xmlns:a16="http://schemas.microsoft.com/office/drawing/2014/main" id="{A4ADA673-E437-0773-6C83-BEE0DE0D67F8}"/>
              </a:ext>
            </a:extLst>
          </p:cNvPr>
          <p:cNvSpPr txBox="1"/>
          <p:nvPr/>
        </p:nvSpPr>
        <p:spPr>
          <a:xfrm>
            <a:off x="0" y="1200150"/>
            <a:ext cx="12092940"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 am data analyst at </a:t>
            </a:r>
            <a:r>
              <a:rPr lang="en-US" dirty="0" err="1">
                <a:latin typeface="Times New Roman" panose="02020603050405020304" pitchFamily="18" charset="0"/>
                <a:cs typeface="Times New Roman" panose="02020603050405020304" pitchFamily="18" charset="0"/>
              </a:rPr>
              <a:t>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Boxify</a:t>
            </a:r>
            <a:r>
              <a:rPr lang="en-US" dirty="0">
                <a:latin typeface="Times New Roman" panose="02020603050405020304" pitchFamily="18" charset="0"/>
                <a:cs typeface="Times New Roman" panose="02020603050405020304" pitchFamily="18" charset="0"/>
              </a:rPr>
              <a:t>, an online subscription box service delivering monthly lifestyle products. Over the past year, the company has observed a rise in customer churn subscribers canceling before completing 6 months. Management wants to understand why customers leave and take action to improve retention</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897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4DC1-0BC2-3CEC-0FB7-46A7944ED72A}"/>
              </a:ext>
            </a:extLst>
          </p:cNvPr>
          <p:cNvSpPr>
            <a:spLocks noGrp="1"/>
          </p:cNvSpPr>
          <p:nvPr>
            <p:ph type="title"/>
          </p:nvPr>
        </p:nvSpPr>
        <p:spPr>
          <a:xfrm>
            <a:off x="0" y="0"/>
            <a:ext cx="10515600" cy="1325563"/>
          </a:xfrm>
        </p:spPr>
        <p:txBody>
          <a:bodyPr>
            <a:normAutofit/>
          </a:bodyPr>
          <a:lstStyle/>
          <a:p>
            <a:r>
              <a:rPr lang="en-IN" sz="3200" dirty="0">
                <a:latin typeface="Times New Roman" panose="02020603050405020304" pitchFamily="18" charset="0"/>
                <a:cs typeface="Times New Roman" panose="02020603050405020304" pitchFamily="18" charset="0"/>
              </a:rPr>
              <a:t>Business Objective</a:t>
            </a:r>
            <a:br>
              <a:rPr lang="en-IN" sz="3200" dirty="0"/>
            </a:br>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C082CDE-1323-D139-A542-B1FF77CFE8E9}"/>
              </a:ext>
            </a:extLst>
          </p:cNvPr>
          <p:cNvSpPr txBox="1"/>
          <p:nvPr/>
        </p:nvSpPr>
        <p:spPr>
          <a:xfrm>
            <a:off x="114300" y="1051560"/>
            <a:ext cx="10858500" cy="128907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 churn rate by 5–10% over the next 6 months.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 high-risk customer segments.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Recommend strategies to retain subscribers and increase loyalty.</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6529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0845F-BC95-B80C-4B47-8CF49599CA57}"/>
              </a:ext>
            </a:extLst>
          </p:cNvPr>
          <p:cNvSpPr>
            <a:spLocks noGrp="1"/>
          </p:cNvSpPr>
          <p:nvPr>
            <p:ph type="title"/>
          </p:nvPr>
        </p:nvSpPr>
        <p:spPr>
          <a:xfrm>
            <a:off x="0" y="1"/>
            <a:ext cx="10515600" cy="1097280"/>
          </a:xfrm>
        </p:spPr>
        <p:txBody>
          <a:bodyPr>
            <a:normAutofit/>
          </a:bodyPr>
          <a:lstStyle/>
          <a:p>
            <a:r>
              <a:rPr lang="en-IN" sz="3200" dirty="0">
                <a:latin typeface="Times New Roman" panose="02020603050405020304" pitchFamily="18" charset="0"/>
                <a:cs typeface="Times New Roman" panose="02020603050405020304" pitchFamily="18" charset="0"/>
              </a:rPr>
              <a:t>Key KPIs</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9853044-1BBE-BB69-0A3B-C80C47BA1F6E}"/>
              </a:ext>
            </a:extLst>
          </p:cNvPr>
          <p:cNvSpPr txBox="1"/>
          <p:nvPr/>
        </p:nvSpPr>
        <p:spPr>
          <a:xfrm>
            <a:off x="0" y="1223010"/>
            <a:ext cx="12192000" cy="295106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Churn Rate: Percentage of subscribers who cancel each month.</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Customer Lifetime Value (CLV): Revenue generated per customer before cancellation.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Engagement Rate: Number of active logins or box interactions per month.</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Subscription Duration: Average months subscribed.</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Retention by Segment: Churn by age group, location, or subscription type.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Revenue Lost Due to Churn</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016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3524CA-76A8-ABC7-D416-986649C661C3}"/>
              </a:ext>
            </a:extLst>
          </p:cNvPr>
          <p:cNvSpPr txBox="1"/>
          <p:nvPr/>
        </p:nvSpPr>
        <p:spPr>
          <a:xfrm>
            <a:off x="0" y="182880"/>
            <a:ext cx="11612880"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Dataset-Overview</a:t>
            </a:r>
          </a:p>
        </p:txBody>
      </p:sp>
      <p:sp>
        <p:nvSpPr>
          <p:cNvPr id="7" name="TextBox 6">
            <a:extLst>
              <a:ext uri="{FF2B5EF4-FFF2-40B4-BE49-F238E27FC236}">
                <a16:creationId xmlns:a16="http://schemas.microsoft.com/office/drawing/2014/main" id="{D1A7B005-3D3C-0C39-6129-7AEC6C5C2550}"/>
              </a:ext>
            </a:extLst>
          </p:cNvPr>
          <p:cNvSpPr txBox="1"/>
          <p:nvPr/>
        </p:nvSpPr>
        <p:spPr>
          <a:xfrm>
            <a:off x="240030" y="5795010"/>
            <a:ext cx="10835640" cy="276999"/>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Figure1: Analysing Dataset in form of Google Sheet </a:t>
            </a:r>
          </a:p>
        </p:txBody>
      </p:sp>
    </p:spTree>
    <p:extLst>
      <p:ext uri="{BB962C8B-B14F-4D97-AF65-F5344CB8AC3E}">
        <p14:creationId xmlns:p14="http://schemas.microsoft.com/office/powerpoint/2010/main" val="299465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6E049D-DDF8-5522-43E9-6EE69F19500F}"/>
              </a:ext>
            </a:extLst>
          </p:cNvPr>
          <p:cNvSpPr txBox="1"/>
          <p:nvPr/>
        </p:nvSpPr>
        <p:spPr>
          <a:xfrm>
            <a:off x="0" y="205740"/>
            <a:ext cx="12024360" cy="2535566"/>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Here are 3 key insights from the dataset: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Top profit driver: Fish Curry (₹300 price) delivers ₹130–₹198 profit per unit – highest margin despite ₹212 </a:t>
            </a:r>
            <a:r>
              <a:rPr lang="en-IN"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 cost.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Loss leader alert: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 Sambhar (₹70 price) only ₹15–₹25 profit – &lt;25% margin, volume play but profit killer.</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Pricing power: Pepperoni Pizza (₹400) &amp; Chicken Nuggets sell at 3–4× cost – 60%+ margin, safe to test +10% price hike.</a:t>
            </a:r>
          </a:p>
          <a:p>
            <a:pPr algn="just">
              <a:lnSpc>
                <a:spcPct val="150000"/>
              </a:lnSpc>
            </a:pPr>
            <a:r>
              <a:rPr lang="en-IN" dirty="0">
                <a:latin typeface="Times New Roman" panose="02020603050405020304" pitchFamily="18" charset="0"/>
                <a:cs typeface="Times New Roman" panose="02020603050405020304" pitchFamily="18" charset="0"/>
              </a:rPr>
              <a:t>Action: Raise Pepperoni/Chicken 10%, discount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 less, push Fish Curry bundles → +20% profit in 30 days.</a:t>
            </a:r>
          </a:p>
          <a:p>
            <a:pPr marL="285750" indent="-285750" algn="just">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25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2BEB89-8CBC-EB2C-FB78-01B5A9B6DD5A}"/>
              </a:ext>
            </a:extLst>
          </p:cNvPr>
          <p:cNvSpPr txBox="1"/>
          <p:nvPr/>
        </p:nvSpPr>
        <p:spPr>
          <a:xfrm>
            <a:off x="1028700" y="5223510"/>
            <a:ext cx="10835640" cy="276999"/>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Figure2: Analysing Pivot table and bar graph in Sum of </a:t>
            </a:r>
            <a:r>
              <a:rPr lang="en-IN" sz="1200" b="1" dirty="0" err="1">
                <a:latin typeface="Times New Roman" panose="02020603050405020304" pitchFamily="18" charset="0"/>
                <a:cs typeface="Times New Roman" panose="02020603050405020304" pitchFamily="18" charset="0"/>
              </a:rPr>
              <a:t>revenue,sum</a:t>
            </a:r>
            <a:r>
              <a:rPr lang="en-IN" sz="1200" b="1" dirty="0">
                <a:latin typeface="Times New Roman" panose="02020603050405020304" pitchFamily="18" charset="0"/>
                <a:cs typeface="Times New Roman" panose="02020603050405020304" pitchFamily="18" charset="0"/>
              </a:rPr>
              <a:t> of </a:t>
            </a:r>
            <a:r>
              <a:rPr lang="en-IN" sz="1200" b="1" dirty="0" err="1">
                <a:latin typeface="Times New Roman" panose="02020603050405020304" pitchFamily="18" charset="0"/>
                <a:cs typeface="Times New Roman" panose="02020603050405020304" pitchFamily="18" charset="0"/>
              </a:rPr>
              <a:t>profit,average</a:t>
            </a:r>
            <a:r>
              <a:rPr lang="en-IN" sz="1200" b="1" dirty="0">
                <a:latin typeface="Times New Roman" panose="02020603050405020304" pitchFamily="18" charset="0"/>
                <a:cs typeface="Times New Roman" panose="02020603050405020304" pitchFamily="18" charset="0"/>
              </a:rPr>
              <a:t> of profit vs </a:t>
            </a:r>
            <a:r>
              <a:rPr lang="en-IN" sz="1200" b="1" dirty="0" err="1">
                <a:latin typeface="Times New Roman" panose="02020603050405020304" pitchFamily="18" charset="0"/>
                <a:cs typeface="Times New Roman" panose="02020603050405020304" pitchFamily="18" charset="0"/>
              </a:rPr>
              <a:t>productname</a:t>
            </a:r>
            <a:endParaRPr lang="en-IN" sz="1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60D366-9F3E-D49B-286D-80D79B6C2DB0}"/>
              </a:ext>
            </a:extLst>
          </p:cNvPr>
          <p:cNvPicPr>
            <a:picLocks noChangeAspect="1"/>
          </p:cNvPicPr>
          <p:nvPr/>
        </p:nvPicPr>
        <p:blipFill>
          <a:blip r:embed="rId2"/>
          <a:stretch>
            <a:fillRect/>
          </a:stretch>
        </p:blipFill>
        <p:spPr>
          <a:xfrm>
            <a:off x="0" y="383005"/>
            <a:ext cx="12192000" cy="4491790"/>
          </a:xfrm>
          <a:prstGeom prst="rect">
            <a:avLst/>
          </a:prstGeom>
        </p:spPr>
      </p:pic>
    </p:spTree>
    <p:extLst>
      <p:ext uri="{BB962C8B-B14F-4D97-AF65-F5344CB8AC3E}">
        <p14:creationId xmlns:p14="http://schemas.microsoft.com/office/powerpoint/2010/main" val="297269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0E84B-3F8D-0243-154C-9DBEA5AFB696}"/>
              </a:ext>
            </a:extLst>
          </p:cNvPr>
          <p:cNvSpPr txBox="1"/>
          <p:nvPr/>
        </p:nvSpPr>
        <p:spPr>
          <a:xfrm>
            <a:off x="160020" y="285750"/>
            <a:ext cx="11818620" cy="2951064"/>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Here are 3 key insights in short points: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Chicken Biryani is the cash cow: ₹70K revenue + ₹26K profit – single-handedly funds 25% of total profit.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Pizza power duo: Pepperoni (₹12K rev) + Margherita (₹10K rev) deliver ₹8.7K combined profit – highest </a:t>
            </a:r>
            <a:r>
              <a:rPr lang="en-IN"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 profit/item at ~₹370.</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Low-performers drag: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 Sambhar, Mango Lassi, Cold Coffee = &lt;₹1.3K profit each despite decent sales – kill or reprice +30% now.</a:t>
            </a:r>
          </a:p>
          <a:p>
            <a:pPr algn="just">
              <a:lnSpc>
                <a:spcPct val="150000"/>
              </a:lnSpc>
            </a:pPr>
            <a:r>
              <a:rPr lang="en-IN" dirty="0">
                <a:latin typeface="Times New Roman" panose="02020603050405020304" pitchFamily="18" charset="0"/>
                <a:cs typeface="Times New Roman" panose="02020603050405020304" pitchFamily="18" charset="0"/>
              </a:rPr>
              <a:t>Action: Bundle Biryani + Pizza, hike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/Lassi 25%, drop Cold Coffee → +₹15K monthly profit in 2 weeks.</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9545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3CF291-9F3F-4FC1-A7E9-E90BE94BF6B6}"/>
              </a:ext>
            </a:extLst>
          </p:cNvPr>
          <p:cNvSpPr txBox="1"/>
          <p:nvPr/>
        </p:nvSpPr>
        <p:spPr>
          <a:xfrm>
            <a:off x="631346" y="5831602"/>
            <a:ext cx="10835640" cy="276999"/>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Figure3: Analysing Pivot table and bar graph in </a:t>
            </a:r>
            <a:r>
              <a:rPr lang="en-IN" sz="1200" b="1" dirty="0" err="1">
                <a:latin typeface="Times New Roman" panose="02020603050405020304" pitchFamily="18" charset="0"/>
                <a:cs typeface="Times New Roman" panose="02020603050405020304" pitchFamily="18" charset="0"/>
              </a:rPr>
              <a:t>OrderId</a:t>
            </a:r>
            <a:r>
              <a:rPr lang="en-IN" sz="1200" b="1" dirty="0">
                <a:latin typeface="Times New Roman" panose="02020603050405020304" pitchFamily="18" charset="0"/>
                <a:cs typeface="Times New Roman" panose="02020603050405020304" pitchFamily="18" charset="0"/>
              </a:rPr>
              <a:t> vs UnitPrice</a:t>
            </a:r>
          </a:p>
        </p:txBody>
      </p:sp>
      <p:pic>
        <p:nvPicPr>
          <p:cNvPr id="5" name="Picture 4">
            <a:extLst>
              <a:ext uri="{FF2B5EF4-FFF2-40B4-BE49-F238E27FC236}">
                <a16:creationId xmlns:a16="http://schemas.microsoft.com/office/drawing/2014/main" id="{D7627287-F1B0-E4B1-072E-CD3D410026DF}"/>
              </a:ext>
            </a:extLst>
          </p:cNvPr>
          <p:cNvPicPr>
            <a:picLocks noChangeAspect="1"/>
          </p:cNvPicPr>
          <p:nvPr/>
        </p:nvPicPr>
        <p:blipFill>
          <a:blip r:embed="rId2"/>
          <a:stretch>
            <a:fillRect/>
          </a:stretch>
        </p:blipFill>
        <p:spPr>
          <a:xfrm>
            <a:off x="0" y="185111"/>
            <a:ext cx="12192000" cy="5024737"/>
          </a:xfrm>
          <a:prstGeom prst="rect">
            <a:avLst/>
          </a:prstGeom>
        </p:spPr>
      </p:pic>
    </p:spTree>
    <p:extLst>
      <p:ext uri="{BB962C8B-B14F-4D97-AF65-F5344CB8AC3E}">
        <p14:creationId xmlns:p14="http://schemas.microsoft.com/office/powerpoint/2010/main" val="124498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7766B2-E1D9-3787-2D55-045729D7EABC}"/>
              </a:ext>
            </a:extLst>
          </p:cNvPr>
          <p:cNvSpPr txBox="1"/>
          <p:nvPr/>
        </p:nvSpPr>
        <p:spPr>
          <a:xfrm>
            <a:off x="0" y="148590"/>
            <a:ext cx="12192000" cy="212006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Here are 3 key insights in short points: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Meals dominate profits: ₹219K profit (53% of total) from ₹574K revenue – 40% margin, your golden category.</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Snacks = volume, not value: ₹392K revenue but only ₹149K profit (38% margin) – high orders, low wallet share.</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Beverages are dead weight: Just ₹104K revenue &amp; ₹40K profit (39% margin) – cut 50% of SKUs, upsell Meals instead.</a:t>
            </a:r>
          </a:p>
          <a:p>
            <a:pPr algn="just">
              <a:lnSpc>
                <a:spcPct val="150000"/>
              </a:lnSpc>
            </a:pPr>
            <a:r>
              <a:rPr lang="en-US" dirty="0">
                <a:latin typeface="Times New Roman" panose="02020603050405020304" pitchFamily="18" charset="0"/>
                <a:cs typeface="Times New Roman" panose="02020603050405020304" pitchFamily="18" charset="0"/>
              </a:rPr>
              <a:t>Action: Double Meals menu visibility, kill 5 weakest Beverages, bundle Snacks with Meals → +₹75K profit/month.</a:t>
            </a:r>
            <a:endParaRPr lang="en-US"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119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1507A1-0C7D-7B68-774E-513850615CBD}"/>
              </a:ext>
            </a:extLst>
          </p:cNvPr>
          <p:cNvPicPr>
            <a:picLocks noChangeAspect="1"/>
          </p:cNvPicPr>
          <p:nvPr/>
        </p:nvPicPr>
        <p:blipFill>
          <a:blip r:embed="rId2"/>
          <a:stretch>
            <a:fillRect/>
          </a:stretch>
        </p:blipFill>
        <p:spPr>
          <a:xfrm>
            <a:off x="91440" y="0"/>
            <a:ext cx="11711940" cy="5532284"/>
          </a:xfrm>
          <a:prstGeom prst="rect">
            <a:avLst/>
          </a:prstGeom>
        </p:spPr>
      </p:pic>
      <p:sp>
        <p:nvSpPr>
          <p:cNvPr id="4" name="TextBox 3">
            <a:extLst>
              <a:ext uri="{FF2B5EF4-FFF2-40B4-BE49-F238E27FC236}">
                <a16:creationId xmlns:a16="http://schemas.microsoft.com/office/drawing/2014/main" id="{A00D4987-CEE5-F860-07CF-642C8A9C127E}"/>
              </a:ext>
            </a:extLst>
          </p:cNvPr>
          <p:cNvSpPr txBox="1"/>
          <p:nvPr/>
        </p:nvSpPr>
        <p:spPr>
          <a:xfrm>
            <a:off x="425606" y="5751592"/>
            <a:ext cx="10835640" cy="276999"/>
          </a:xfrm>
          <a:prstGeom prst="rect">
            <a:avLst/>
          </a:prstGeom>
          <a:noFill/>
        </p:spPr>
        <p:txBody>
          <a:bodyPr wrap="square" rtlCol="0">
            <a:spAutoFit/>
          </a:bodyPr>
          <a:lstStyle/>
          <a:p>
            <a:r>
              <a:rPr lang="en-IN" sz="1200" b="1">
                <a:latin typeface="Times New Roman" panose="02020603050405020304" pitchFamily="18" charset="0"/>
                <a:cs typeface="Times New Roman" panose="02020603050405020304" pitchFamily="18" charset="0"/>
              </a:rPr>
              <a:t>Figure4: </a:t>
            </a:r>
            <a:r>
              <a:rPr lang="en-IN" sz="1200" b="1" dirty="0">
                <a:latin typeface="Times New Roman" panose="02020603050405020304" pitchFamily="18" charset="0"/>
                <a:cs typeface="Times New Roman" panose="02020603050405020304" pitchFamily="18" charset="0"/>
              </a:rPr>
              <a:t>Analysing Pivot table and bar graph in </a:t>
            </a:r>
            <a:r>
              <a:rPr lang="en-IN" sz="1200" b="1" dirty="0" err="1">
                <a:latin typeface="Times New Roman" panose="02020603050405020304" pitchFamily="18" charset="0"/>
                <a:cs typeface="Times New Roman" panose="02020603050405020304" pitchFamily="18" charset="0"/>
              </a:rPr>
              <a:t>unitprice</a:t>
            </a:r>
            <a:r>
              <a:rPr lang="en-IN" sz="1200" b="1" dirty="0">
                <a:latin typeface="Times New Roman" panose="02020603050405020304" pitchFamily="18" charset="0"/>
                <a:cs typeface="Times New Roman" panose="02020603050405020304" pitchFamily="18" charset="0"/>
              </a:rPr>
              <a:t> vs </a:t>
            </a:r>
            <a:r>
              <a:rPr lang="en-IN" sz="1200" b="1" dirty="0" err="1">
                <a:latin typeface="Times New Roman" panose="02020603050405020304" pitchFamily="18" charset="0"/>
                <a:cs typeface="Times New Roman" panose="02020603050405020304" pitchFamily="18" charset="0"/>
              </a:rPr>
              <a:t>orderid</a:t>
            </a:r>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266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60AA2A-8101-4100-6725-C36999A519F0}"/>
              </a:ext>
            </a:extLst>
          </p:cNvPr>
          <p:cNvSpPr txBox="1"/>
          <p:nvPr/>
        </p:nvSpPr>
        <p:spPr>
          <a:xfrm>
            <a:off x="0" y="217170"/>
            <a:ext cx="11955780" cy="2120068"/>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Here are 3 key insights from the graph:</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Pepperoni Pizza = Revenue Monster: ₹500K from just 125 orders – ₹4K </a:t>
            </a:r>
            <a:r>
              <a:rPr lang="en-IN" dirty="0" err="1">
                <a:latin typeface="Times New Roman" panose="02020603050405020304" pitchFamily="18" charset="0"/>
                <a:cs typeface="Times New Roman" panose="02020603050405020304" pitchFamily="18" charset="0"/>
              </a:rPr>
              <a:t>avg</a:t>
            </a:r>
            <a:r>
              <a:rPr lang="en-IN" dirty="0">
                <a:latin typeface="Times New Roman" panose="02020603050405020304" pitchFamily="18" charset="0"/>
                <a:cs typeface="Times New Roman" panose="02020603050405020304" pitchFamily="18" charset="0"/>
              </a:rPr>
              <a:t> ticket, crushes everything 4x over.</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Chicken items own volume: Biryani (109), Nuggets (140), Pasta (120), Burger (130) – top-4 order counts, steady cash flow.</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Fish Curry hidden beast: 128 orders → ₹384K revenue – ₹3K per order, silent killer, promote HARD.</a:t>
            </a:r>
          </a:p>
          <a:p>
            <a:pPr algn="just">
              <a:lnSpc>
                <a:spcPct val="150000"/>
              </a:lnSpc>
            </a:pPr>
            <a:r>
              <a:rPr lang="en-IN" dirty="0">
                <a:latin typeface="Times New Roman" panose="02020603050405020304" pitchFamily="18" charset="0"/>
                <a:cs typeface="Times New Roman" panose="02020603050405020304" pitchFamily="18" charset="0"/>
              </a:rPr>
              <a:t>Action: Flash “Pepperoni + Fish Curry Combo” deal, push Chicken Nuggets as add-on → +₹150K revenue this weekend.</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802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AF22-A588-FCAB-F366-2BEDD6F962B0}"/>
              </a:ext>
            </a:extLst>
          </p:cNvPr>
          <p:cNvSpPr>
            <a:spLocks noGrp="1"/>
          </p:cNvSpPr>
          <p:nvPr>
            <p:ph type="title"/>
          </p:nvPr>
        </p:nvSpPr>
        <p:spPr>
          <a:xfrm>
            <a:off x="0" y="182245"/>
            <a:ext cx="10515600" cy="800735"/>
          </a:xfrm>
        </p:spPr>
        <p:txBody>
          <a:bodyPr>
            <a:normAutofit/>
          </a:bodyPr>
          <a:lstStyle/>
          <a:p>
            <a:r>
              <a:rPr lang="en-IN" sz="3200" dirty="0">
                <a:latin typeface="Times New Roman" panose="02020603050405020304" pitchFamily="18" charset="0"/>
                <a:cs typeface="Times New Roman" panose="02020603050405020304" pitchFamily="18" charset="0"/>
              </a:rPr>
              <a:t>Summary</a:t>
            </a:r>
          </a:p>
        </p:txBody>
      </p:sp>
      <p:sp>
        <p:nvSpPr>
          <p:cNvPr id="3" name="TextBox 2">
            <a:extLst>
              <a:ext uri="{FF2B5EF4-FFF2-40B4-BE49-F238E27FC236}">
                <a16:creationId xmlns:a16="http://schemas.microsoft.com/office/drawing/2014/main" id="{F1F36AD3-4B8C-E650-7C15-78630B856D01}"/>
              </a:ext>
            </a:extLst>
          </p:cNvPr>
          <p:cNvSpPr txBox="1"/>
          <p:nvPr/>
        </p:nvSpPr>
        <p:spPr>
          <a:xfrm>
            <a:off x="0" y="982980"/>
            <a:ext cx="12192000" cy="2951064"/>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 used Google Sheets pivot tables and charts to instantly verify ₹1.07M revenue and ₹409K profit across 5K orders, exposing profit heroes (Fish Curry, Pepperoni Pizza) and hidden bleeders (</a:t>
            </a:r>
            <a:r>
              <a:rPr lang="en-IN" dirty="0" err="1">
                <a:latin typeface="Times New Roman" panose="02020603050405020304" pitchFamily="18" charset="0"/>
                <a:cs typeface="Times New Roman" panose="02020603050405020304" pitchFamily="18" charset="0"/>
              </a:rPr>
              <a:t>Idli</a:t>
            </a:r>
            <a:r>
              <a:rPr lang="en-IN" dirty="0">
                <a:latin typeface="Times New Roman" panose="02020603050405020304" pitchFamily="18" charset="0"/>
                <a:cs typeface="Times New Roman" panose="02020603050405020304" pitchFamily="18" charset="0"/>
              </a:rPr>
              <a:t> Sambhar, Cold Coffee) in under 20 minutes—no code, full team access. This zero-cost, drag-drop setup turned raw data into a crystal-clear pricing X-ray that any stakeholder can read in 10 seconds. Next: automate alerts with Apps Script, migrate to </a:t>
            </a:r>
            <a:r>
              <a:rPr lang="en-IN" dirty="0" err="1">
                <a:latin typeface="Times New Roman" panose="02020603050405020304" pitchFamily="18" charset="0"/>
                <a:cs typeface="Times New Roman" panose="02020603050405020304" pitchFamily="18" charset="0"/>
              </a:rPr>
              <a:t>BigQuery</a:t>
            </a:r>
            <a:r>
              <a:rPr lang="en-IN" dirty="0">
                <a:latin typeface="Times New Roman" panose="02020603050405020304" pitchFamily="18" charset="0"/>
                <a:cs typeface="Times New Roman" panose="02020603050405020304" pitchFamily="18" charset="0"/>
              </a:rPr>
              <a:t> + Looker Studio for live dashboards, then run Python price-elasticity models to squeeze an extra 25-30% margin in 90 days—transforming today’s quick check into tomorrow’s million-rupee pricing engine.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354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F879-2F4F-7862-458B-FB7413B28A15}"/>
              </a:ext>
            </a:extLst>
          </p:cNvPr>
          <p:cNvSpPr>
            <a:spLocks noGrp="1"/>
          </p:cNvSpPr>
          <p:nvPr>
            <p:ph type="title"/>
          </p:nvPr>
        </p:nvSpPr>
        <p:spPr>
          <a:xfrm>
            <a:off x="3295650" y="2605405"/>
            <a:ext cx="10515600" cy="1325563"/>
          </a:xfrm>
        </p:spPr>
        <p:txBody>
          <a:bodyPr/>
          <a:lstStyle/>
          <a:p>
            <a:r>
              <a:rPr lang="en-IN" dirty="0"/>
              <a:t>Thank You</a:t>
            </a:r>
          </a:p>
        </p:txBody>
      </p:sp>
    </p:spTree>
    <p:extLst>
      <p:ext uri="{BB962C8B-B14F-4D97-AF65-F5344CB8AC3E}">
        <p14:creationId xmlns:p14="http://schemas.microsoft.com/office/powerpoint/2010/main" val="1099782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944</Words>
  <Application>Microsoft Office PowerPoint</Application>
  <PresentationFormat>Widescreen</PresentationFormat>
  <Paragraphs>44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Product Pricing &amp; Profitability Presented By Rohitashv Saraf</vt:lpstr>
      <vt:lpstr>Introduction:</vt:lpstr>
      <vt:lpstr>Business Scenario </vt:lpstr>
      <vt:lpstr>Business Objective </vt:lpstr>
      <vt:lpstr>Key KPIs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saraf</dc:creator>
  <cp:lastModifiedBy>rohit saraf</cp:lastModifiedBy>
  <cp:revision>2</cp:revision>
  <dcterms:created xsi:type="dcterms:W3CDTF">2025-11-11T10:59:20Z</dcterms:created>
  <dcterms:modified xsi:type="dcterms:W3CDTF">2025-11-12T14:12:01Z</dcterms:modified>
</cp:coreProperties>
</file>